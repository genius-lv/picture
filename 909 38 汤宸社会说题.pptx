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13" d="100"/>
          <a:sy n="113" d="100"/>
        </p:scale>
        <p:origin x="-158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2021/2/5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2021/2/5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2021/2/5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2021/2/5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2021/2/5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2021/2/5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2021/2/5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2021/2/5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2021/2/5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2021/2/5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2021/2/5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2021/2/5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 smtClean="0"/>
              <a:t>社会说题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 dirty="0" smtClean="0"/>
              <a:t>汤宸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5536" y="0"/>
            <a:ext cx="8229600" cy="4525963"/>
          </a:xfrm>
        </p:spPr>
        <p:txBody>
          <a:bodyPr>
            <a:noAutofit/>
          </a:bodyPr>
          <a:lstStyle/>
          <a:p>
            <a:r>
              <a:rPr lang="zh-CN" altLang="en-US" sz="2800" dirty="0" smtClean="0"/>
              <a:t>在世界反法西斯战争中，中国抗日战场作为东方主战场发挥了不容忽视的重大作用，下列选项中正确的是（）</a:t>
            </a:r>
            <a:endParaRPr lang="en-US" altLang="zh-CN" sz="2800" dirty="0" smtClean="0"/>
          </a:p>
          <a:p>
            <a:r>
              <a:rPr lang="zh-CN" altLang="en-US" dirty="0" smtClean="0"/>
              <a:t>①抗击日本入侵，使中国成为最早抵抗法西斯侵略的国家。</a:t>
            </a:r>
            <a:endParaRPr lang="en-US" altLang="zh-CN" dirty="0" smtClean="0"/>
          </a:p>
          <a:p>
            <a:r>
              <a:rPr lang="zh-CN" altLang="en-US" dirty="0" smtClean="0"/>
              <a:t>②自七七事变日军炮轰宛平县城后，中国人民的抗日救亡运动不断高涨，中国局部抗战由此开始。</a:t>
            </a:r>
            <a:endParaRPr lang="en-US" altLang="zh-CN" dirty="0" smtClean="0"/>
          </a:p>
          <a:p>
            <a:r>
              <a:rPr lang="zh-CN" altLang="en-US" dirty="0" smtClean="0"/>
              <a:t>③中国国民党在正面战场奋勇作战，成为全民族团结抗战的中流砥柱。</a:t>
            </a:r>
            <a:endParaRPr lang="en-US" altLang="zh-CN" dirty="0" smtClean="0"/>
          </a:p>
          <a:p>
            <a:r>
              <a:rPr lang="zh-CN" altLang="en-US" dirty="0" smtClean="0"/>
              <a:t>④</a:t>
            </a:r>
            <a:r>
              <a:rPr lang="zh-CN" altLang="en-US" dirty="0" smtClean="0"/>
              <a:t>太平洋战争爆发前，中国几乎独立担负着反抗日本法西斯侵略的作战</a:t>
            </a:r>
            <a:r>
              <a:rPr lang="zh-CN" altLang="en-US" dirty="0" smtClean="0"/>
              <a:t>任务</a:t>
            </a:r>
            <a:endParaRPr lang="en-US" altLang="zh-CN" dirty="0" smtClean="0"/>
          </a:p>
          <a:p>
            <a:r>
              <a:rPr lang="en-US" altLang="zh-CN" dirty="0" smtClean="0"/>
              <a:t>A</a:t>
            </a:r>
            <a:r>
              <a:rPr lang="zh-CN" altLang="en-US" dirty="0" smtClean="0"/>
              <a:t>①②        </a:t>
            </a:r>
            <a:r>
              <a:rPr lang="en-US" altLang="zh-CN" dirty="0" smtClean="0"/>
              <a:t>B</a:t>
            </a:r>
            <a:r>
              <a:rPr lang="zh-CN" altLang="en-US" dirty="0" smtClean="0"/>
              <a:t> </a:t>
            </a:r>
            <a:r>
              <a:rPr lang="zh-CN" altLang="en-US" dirty="0" smtClean="0"/>
              <a:t>①④      </a:t>
            </a:r>
            <a:r>
              <a:rPr lang="en-US" altLang="zh-CN" dirty="0" smtClean="0"/>
              <a:t>C</a:t>
            </a:r>
            <a:r>
              <a:rPr lang="zh-CN" altLang="en-US" dirty="0" smtClean="0"/>
              <a:t> ②③      </a:t>
            </a:r>
            <a:r>
              <a:rPr lang="en-US" altLang="zh-CN" dirty="0" smtClean="0"/>
              <a:t>D</a:t>
            </a:r>
            <a:r>
              <a:rPr lang="zh-CN" altLang="en-US" dirty="0" smtClean="0"/>
              <a:t>②④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79512" y="404664"/>
            <a:ext cx="8229600" cy="4525963"/>
          </a:xfrm>
        </p:spPr>
        <p:txBody>
          <a:bodyPr>
            <a:noAutofit/>
          </a:bodyPr>
          <a:lstStyle/>
          <a:p>
            <a:r>
              <a:rPr lang="zh-CN" altLang="en-US" sz="2800" dirty="0" smtClean="0"/>
              <a:t>①</a:t>
            </a:r>
            <a:r>
              <a:rPr lang="en-US" altLang="zh-CN" sz="2800" dirty="0" smtClean="0"/>
              <a:t>p84</a:t>
            </a:r>
            <a:r>
              <a:rPr lang="zh-CN" altLang="en-US" sz="2800" dirty="0" smtClean="0"/>
              <a:t>页：在世界反法西斯战争中看中国的地位与作用“</a:t>
            </a:r>
            <a:r>
              <a:rPr lang="zh-CN" altLang="en-US" sz="2800" dirty="0" smtClean="0"/>
              <a:t>抗击日本入侵</a:t>
            </a:r>
            <a:r>
              <a:rPr lang="zh-CN" altLang="en-US" sz="2800" dirty="0" smtClean="0"/>
              <a:t>，使中国</a:t>
            </a:r>
            <a:r>
              <a:rPr lang="zh-CN" altLang="en-US" sz="2800" dirty="0" smtClean="0"/>
              <a:t>成为最早抵抗法西斯侵略的国家。</a:t>
            </a:r>
            <a:r>
              <a:rPr lang="zh-CN" altLang="en-US" sz="2800" dirty="0" smtClean="0"/>
              <a:t>”正确</a:t>
            </a:r>
            <a:endParaRPr lang="en-US" altLang="zh-CN" sz="2800" dirty="0" smtClean="0"/>
          </a:p>
          <a:p>
            <a:r>
              <a:rPr lang="zh-CN" altLang="en-US" sz="2800" dirty="0" smtClean="0"/>
              <a:t>②</a:t>
            </a:r>
            <a:r>
              <a:rPr lang="en-US" altLang="zh-CN" sz="2800" dirty="0" smtClean="0"/>
              <a:t>p61</a:t>
            </a:r>
            <a:r>
              <a:rPr lang="zh-CN" altLang="en-US" sz="2800" dirty="0" smtClean="0"/>
              <a:t>页：日本侵华战争的开始“自九一八事变日本强占东三省后</a:t>
            </a:r>
            <a:r>
              <a:rPr lang="zh-CN" altLang="en-US" sz="2800" dirty="0" smtClean="0"/>
              <a:t>，中国人民的抗日救亡运动不断高涨，中国局部抗战由此开始。</a:t>
            </a:r>
            <a:r>
              <a:rPr lang="zh-CN" altLang="en-US" sz="2800" dirty="0" smtClean="0"/>
              <a:t>”错误。</a:t>
            </a:r>
            <a:endParaRPr lang="en-US" altLang="zh-CN" sz="2800" dirty="0" smtClean="0"/>
          </a:p>
          <a:p>
            <a:r>
              <a:rPr lang="zh-CN" altLang="en-US" sz="2800" dirty="0" smtClean="0"/>
              <a:t>③</a:t>
            </a:r>
            <a:r>
              <a:rPr lang="en-US" altLang="zh-CN" sz="2800" dirty="0" smtClean="0"/>
              <a:t>p68</a:t>
            </a:r>
            <a:r>
              <a:rPr lang="zh-CN" altLang="en-US" sz="2800" dirty="0" smtClean="0"/>
              <a:t>页：全民族的抗战“中国共产党始终坚持抗战到底，成为全民族团结抗战的中流砥柱”错误。</a:t>
            </a:r>
            <a:endParaRPr lang="en-US" altLang="zh-CN" sz="2800" dirty="0" smtClean="0"/>
          </a:p>
          <a:p>
            <a:r>
              <a:rPr lang="zh-CN" altLang="en-US" sz="2800" dirty="0" smtClean="0"/>
              <a:t>④</a:t>
            </a:r>
            <a:r>
              <a:rPr lang="en-US" altLang="zh-CN" sz="2800" dirty="0" smtClean="0"/>
              <a:t>p85</a:t>
            </a:r>
            <a:r>
              <a:rPr lang="zh-CN" altLang="en-US" sz="2800" dirty="0" smtClean="0"/>
              <a:t>页：</a:t>
            </a:r>
            <a:r>
              <a:rPr lang="zh-CN" altLang="en-US" sz="2800" dirty="0" smtClean="0"/>
              <a:t>在世界反法西斯战争中看中国的地位与</a:t>
            </a:r>
            <a:r>
              <a:rPr lang="zh-CN" altLang="en-US" sz="2800" dirty="0" smtClean="0"/>
              <a:t>作用“太平洋战争爆发前，中国几乎独立担负着反抗日本法西斯侵略的作战任务”正确</a:t>
            </a:r>
            <a:endParaRPr lang="en-US" altLang="zh-CN" sz="2800" dirty="0" smtClean="0"/>
          </a:p>
          <a:p>
            <a:r>
              <a:rPr lang="zh-CN" altLang="en-US" sz="2800" dirty="0" smtClean="0"/>
              <a:t>故答案为</a:t>
            </a:r>
            <a:r>
              <a:rPr lang="en-US" altLang="zh-CN" sz="2800" dirty="0" smtClean="0"/>
              <a:t>B</a:t>
            </a:r>
            <a:r>
              <a:rPr lang="zh-CN" altLang="en-US" sz="2800" dirty="0" smtClean="0"/>
              <a:t>①④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544" y="260648"/>
            <a:ext cx="8229600" cy="4525963"/>
          </a:xfrm>
        </p:spPr>
        <p:txBody>
          <a:bodyPr/>
          <a:lstStyle/>
          <a:p>
            <a:r>
              <a:rPr lang="zh-CN" altLang="en-US" dirty="0" smtClean="0"/>
              <a:t>人口的增加</a:t>
            </a:r>
            <a:r>
              <a:rPr lang="en-US" altLang="zh-CN" dirty="0" smtClean="0"/>
              <a:t>,</a:t>
            </a:r>
            <a:r>
              <a:rPr lang="zh-CN" altLang="en-US" dirty="0" smtClean="0"/>
              <a:t>能源的匮乏</a:t>
            </a:r>
            <a:r>
              <a:rPr lang="en-US" altLang="zh-CN" dirty="0" smtClean="0"/>
              <a:t>,</a:t>
            </a:r>
            <a:r>
              <a:rPr lang="zh-CN" altLang="en-US" dirty="0" smtClean="0"/>
              <a:t>开发新能源一直都是迫切的需求</a:t>
            </a:r>
            <a:r>
              <a:rPr lang="zh-CN" altLang="en-US" dirty="0" smtClean="0"/>
              <a:t>。</a:t>
            </a:r>
            <a:r>
              <a:rPr lang="en-US" altLang="zh-CN" dirty="0" smtClean="0"/>
              <a:t>2017</a:t>
            </a:r>
            <a:r>
              <a:rPr lang="zh-CN" altLang="en-US" dirty="0" smtClean="0"/>
              <a:t>年五月，我国宣布</a:t>
            </a:r>
            <a:r>
              <a:rPr lang="zh-CN" altLang="en-US" dirty="0" smtClean="0"/>
              <a:t>南海北部神狐海域进行的可燃</a:t>
            </a:r>
            <a:r>
              <a:rPr lang="zh-CN" altLang="en-US" dirty="0" smtClean="0"/>
              <a:t>冰试采成功，这与下列哪个应对资源问题的措施相似？</a:t>
            </a:r>
            <a:endParaRPr lang="en-US" altLang="zh-CN" dirty="0" smtClean="0"/>
          </a:p>
          <a:p>
            <a:r>
              <a:rPr lang="en-US" altLang="zh-CN" dirty="0" smtClean="0"/>
              <a:t>A</a:t>
            </a:r>
            <a:r>
              <a:rPr lang="zh-CN" altLang="en-US" dirty="0" smtClean="0"/>
              <a:t>发展滴灌技术</a:t>
            </a:r>
            <a:endParaRPr lang="en-US" altLang="zh-CN" dirty="0" smtClean="0"/>
          </a:p>
          <a:p>
            <a:r>
              <a:rPr lang="en-US" altLang="zh-CN" dirty="0" smtClean="0"/>
              <a:t>B</a:t>
            </a:r>
            <a:r>
              <a:rPr lang="zh-CN" altLang="en-US" dirty="0" smtClean="0"/>
              <a:t>西气东输</a:t>
            </a:r>
            <a:endParaRPr lang="en-US" altLang="zh-CN" dirty="0" smtClean="0"/>
          </a:p>
          <a:p>
            <a:r>
              <a:rPr lang="en-US" altLang="zh-CN" dirty="0" smtClean="0"/>
              <a:t>C</a:t>
            </a:r>
            <a:r>
              <a:rPr lang="zh-CN" altLang="en-US" dirty="0" smtClean="0"/>
              <a:t>焚烧垃圾发电</a:t>
            </a:r>
            <a:endParaRPr lang="en-US" altLang="zh-CN" dirty="0" smtClean="0"/>
          </a:p>
          <a:p>
            <a:r>
              <a:rPr lang="en-US" altLang="zh-CN" dirty="0" smtClean="0"/>
              <a:t>D</a:t>
            </a:r>
            <a:r>
              <a:rPr lang="zh-CN" altLang="en-US" dirty="0" smtClean="0"/>
              <a:t>发展太阳能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zh-CN" altLang="en-US" dirty="0" smtClean="0"/>
              <a:t>开采可燃冰属于“开源”</a:t>
            </a:r>
            <a:endParaRPr lang="en-US" altLang="zh-CN" dirty="0" smtClean="0"/>
          </a:p>
          <a:p>
            <a:r>
              <a:rPr lang="en-US" altLang="zh-CN" dirty="0" smtClean="0"/>
              <a:t>A</a:t>
            </a:r>
            <a:r>
              <a:rPr lang="zh-CN" altLang="en-US" dirty="0" smtClean="0"/>
              <a:t>发展滴灌</a:t>
            </a:r>
            <a:r>
              <a:rPr lang="zh-CN" altLang="en-US" dirty="0" smtClean="0"/>
              <a:t>技术属于“节流”</a:t>
            </a:r>
            <a:endParaRPr lang="en-US" altLang="zh-CN" dirty="0" smtClean="0"/>
          </a:p>
          <a:p>
            <a:r>
              <a:rPr lang="en-US" altLang="zh-CN" dirty="0" smtClean="0"/>
              <a:t>B</a:t>
            </a:r>
            <a:r>
              <a:rPr lang="zh-CN" altLang="en-US" dirty="0" smtClean="0"/>
              <a:t>西气东</a:t>
            </a:r>
            <a:r>
              <a:rPr lang="zh-CN" altLang="en-US" dirty="0" smtClean="0"/>
              <a:t>输属于跨区域调配资源</a:t>
            </a:r>
            <a:endParaRPr lang="en-US" altLang="zh-CN" dirty="0" smtClean="0"/>
          </a:p>
          <a:p>
            <a:r>
              <a:rPr lang="en-US" altLang="zh-CN" dirty="0" smtClean="0"/>
              <a:t>C</a:t>
            </a:r>
            <a:r>
              <a:rPr lang="zh-CN" altLang="en-US" dirty="0" smtClean="0"/>
              <a:t>焚烧垃圾发电</a:t>
            </a:r>
            <a:r>
              <a:rPr lang="zh-CN" altLang="en-US" dirty="0" smtClean="0"/>
              <a:t>属于“节流”</a:t>
            </a:r>
            <a:endParaRPr lang="en-US" altLang="zh-CN" dirty="0" smtClean="0"/>
          </a:p>
          <a:p>
            <a:r>
              <a:rPr lang="en-US" altLang="zh-CN" dirty="0" smtClean="0"/>
              <a:t>D</a:t>
            </a:r>
            <a:r>
              <a:rPr lang="zh-CN" altLang="en-US" dirty="0" smtClean="0"/>
              <a:t>发展</a:t>
            </a:r>
            <a:r>
              <a:rPr lang="zh-CN" altLang="en-US" dirty="0" smtClean="0"/>
              <a:t>太阳能属于“开源”</a:t>
            </a:r>
            <a:endParaRPr lang="en-US" altLang="zh-CN" dirty="0" smtClean="0"/>
          </a:p>
          <a:p>
            <a:r>
              <a:rPr lang="zh-CN" altLang="en-US" dirty="0" smtClean="0"/>
              <a:t>故</a:t>
            </a:r>
            <a:r>
              <a:rPr lang="zh-CN" altLang="en-US" dirty="0" smtClean="0"/>
              <a:t>选</a:t>
            </a:r>
            <a:r>
              <a:rPr lang="en-US" altLang="zh-CN" dirty="0" smtClean="0"/>
              <a:t>D</a:t>
            </a:r>
            <a:endParaRPr lang="zh-CN" altLang="en-US" dirty="0" smtClean="0"/>
          </a:p>
          <a:p>
            <a:pPr>
              <a:buNone/>
            </a:pP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338</Words>
  <Application>Microsoft Office PowerPoint</Application>
  <PresentationFormat>全屏显示(4:3)</PresentationFormat>
  <Paragraphs>24</Paragraphs>
  <Slides>5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6" baseType="lpstr">
      <vt:lpstr>Office 主题</vt:lpstr>
      <vt:lpstr>社会说题</vt:lpstr>
      <vt:lpstr>幻灯片 2</vt:lpstr>
      <vt:lpstr>幻灯片 3</vt:lpstr>
      <vt:lpstr>幻灯片 4</vt:lpstr>
      <vt:lpstr>幻灯片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社会说题</dc:title>
  <dc:creator>胖宸儿</dc:creator>
  <cp:lastModifiedBy>胖宸儿</cp:lastModifiedBy>
  <cp:revision>21</cp:revision>
  <dcterms:created xsi:type="dcterms:W3CDTF">2021-02-05T05:50:32Z</dcterms:created>
  <dcterms:modified xsi:type="dcterms:W3CDTF">2021-02-05T09:16:47Z</dcterms:modified>
</cp:coreProperties>
</file>